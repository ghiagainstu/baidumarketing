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514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239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Baidu PPC Pro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Bridge to China's 100 Billion Dollar Digital Ad Market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109728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Compliance. Clarity. Zero Guesswork.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31520" y="4663440"/>
            <a:ext cx="76809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baidumarketing.com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Baidu PPC Pro?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</a:t>
            </a: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Foreign companies can't open Baidu ad accounts without a Chinese entity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</a:t>
            </a: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compliance, document translation, and verification processes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</a:t>
            </a: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Cross-border payment and currency conversion barriers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</a:t>
            </a: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and cultural gaps in campaign management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54880" y="1737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account setup without a local Chinese entity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21488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handle documents, translation, and compliance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25603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international wire, SWIFT, 8 major currencies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29718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Bilingual team + AI-powered optimization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0" y="1371600"/>
            <a:ext cx="0" cy="22860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70560" y="3566160"/>
            <a:ext cx="8088629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10566" y="3657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710566" y="4206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 Opened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13686" y="3657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72h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2813686" y="4206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Activation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16806" y="3657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2-5x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916806" y="4206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ROAS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19926" y="3657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25+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7019926" y="4206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Experience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Baidu Account Opening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your Baidu advertising account in 72 hours — no local entity required.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36576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457200" cy="4572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874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Request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194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in your company info and requirements via our contact form.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737360"/>
            <a:ext cx="36576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4937760" y="1920240"/>
            <a:ext cx="457200" cy="4572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9377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32120" y="1874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&amp; Setup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532120" y="2194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business documents. We handle translation, submission, and compliance review.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108960"/>
            <a:ext cx="36576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914400" y="3291840"/>
            <a:ext cx="457200" cy="4572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91440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Activated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3566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Baidu account is verified and live within 72 hours.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108960"/>
            <a:ext cx="36576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4937760" y="3291840"/>
            <a:ext cx="457200" cy="4572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93776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3212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Live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532120" y="3566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your account and start running ads on China's #1 search engine.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4389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4663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 First-time pass rate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66160" y="4663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 Accounts opened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4663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72h Average activation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Top-Up &amp; Funding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international payments, credited within 1 business day.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funds via international SWIFT transfer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convert at competitive FX rates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Funds credited to your Baidu account (T+1)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transaction receipt for your records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937760" y="1645920"/>
            <a:ext cx="3657600" cy="23774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512064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20640" y="2286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0" y="2286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20640" y="2514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2.5% on FX conversion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20640" y="2834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2834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20640" y="30632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Discounts for larger budgets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20640" y="3383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0" y="33832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20640" y="36118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minimum top-up required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Currencies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43891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  EUR   GBP   CNY   JPY   HKD   SGD   AUD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Management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Bilingual team + AI optimization to maximize your ROI.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246888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Research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Baidu-specific keyword tools to find high-intent, low-cost opportunities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1645920"/>
            <a:ext cx="24688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3474720" y="1645920"/>
            <a:ext cx="246888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3657600" y="1828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Copy Creation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21488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Native-level Chinese ad copywriting with cultural sensitivity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645920"/>
            <a:ext cx="24688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217920" y="1645920"/>
            <a:ext cx="246888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400800" y="1828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Bidding &amp; Optimization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21488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oCPC smart bidding — pay for conversions, not clicks. CPC from ¥0.30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108960"/>
            <a:ext cx="24688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731520" y="3108960"/>
            <a:ext cx="246888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14400" y="3291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6118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optimizations and creative testing to improve performance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0" y="3108960"/>
            <a:ext cx="24688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3474720" y="3108960"/>
            <a:ext cx="246888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3657600" y="3291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Reports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0" y="36118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monthly KPI breakdowns with actionable recommendations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3108960"/>
            <a:ext cx="24688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217920" y="3108960"/>
            <a:ext cx="246888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400800" y="3291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White-Label Support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0" y="36118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Resell Baidu PPC under your own brand with our back-end support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4389120"/>
            <a:ext cx="7680960" cy="6400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914400" y="4389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ROAS  </a:t>
            </a: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5.4x  </a:t>
            </a: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|    </a:t>
            </a: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+42%  </a:t>
            </a: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|    </a:t>
            </a: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CPC -18%  </a:t>
            </a: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|    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from 6% of ad spend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Pricing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hidden fees. Everything clearly listed.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56032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005840" y="1965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Opening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423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05840" y="3017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5840" y="3474720"/>
            <a:ext cx="201168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005840" y="3611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account registration &amp; verification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38862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translation &amp; compliance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41605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72-hour activation (express available)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4434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onboarding guide included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20440" y="1645920"/>
            <a:ext cx="2560320" cy="3200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3794760" y="1508760"/>
            <a:ext cx="1463040" cy="274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3794760" y="1508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794760" y="1965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Top-Up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794760" y="2423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794760" y="3017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794760" y="3474720"/>
            <a:ext cx="201168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3794760" y="3611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SWIFT wire transfers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94760" y="38862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major currencies accepted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94760" y="41605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T+1 crediting (same-day before 2PM CST)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94760" y="4434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discounts for larger budgets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1645920"/>
            <a:ext cx="256032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583680" y="1965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Management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83680" y="2423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6583680" y="3017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ad spend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83680" y="3474720"/>
            <a:ext cx="201168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583680" y="3611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Bilingual team + AI optimization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0" y="38862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research &amp; ad copywriting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83680" y="41605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optimization &amp; A/B testing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83680" y="4434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performance reports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Choose Baidu PPC Pro?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86868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🏢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17320" y="1280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Local Entity Required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17320" y="1600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handle compliance for foreign companies — WFOE, JV, RO, or any structure.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65760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89204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40680" y="1280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72-Hour Activation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40680" y="1600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verified and live in 3 business days. Express option available.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148840"/>
            <a:ext cx="365760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686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417320" y="2240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Optimization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2560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AI reduces manual costs and passes the savings to you.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148840"/>
            <a:ext cx="365760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89204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440680" y="2240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Market-Lowest Fees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40680" y="2560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Top-up from 2.5%, management from 6%. No hidden charges.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108960"/>
            <a:ext cx="365760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6868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417320" y="3200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Bilingual Support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3520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English-Chinese support from Shanghai-based team with 25+ years experience.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108960"/>
            <a:ext cx="365760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89204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440680" y="3200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Reporting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40680" y="3520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KPI reports with clear breakdowns. You always know where your money goes.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4069080"/>
            <a:ext cx="365760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6868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417320" y="4160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oCPC Smart Bidding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417320" y="4480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for conversions, not clicks. CPC from ¥0.30 with AI-optimized bids.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4069080"/>
            <a:ext cx="365760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489204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🤝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5440680" y="4160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White-Label Ready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40680" y="4480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Resell Baidu PPC under your own brand. We handle the back-end.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Enter China's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Ad Market?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931920" y="2148840"/>
            <a:ext cx="128016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2286000" y="2423160"/>
            <a:ext cx="4572000" cy="1828800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228600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Us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86000" y="3063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✉  info@baidumarketing.com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0" y="3429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baidumarketing.com/contact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0" y="3794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WhatsApp: +852 5237 0475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0" y="4320540"/>
            <a:ext cx="2743200" cy="5029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3200400" y="43205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 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84251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baidumarketing.com  |  Baidu PPC Pro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704</Words>
  <Application>Microsoft Office PowerPoint</Application>
  <PresentationFormat>全屏显示(16:9)</PresentationFormat>
  <Paragraphs>140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Baidu PPC Pro — Your Bridge to China's Digital Ad Market</dc:title>
  <dc:subject>PptxGenJS Presentation</dc:subject>
  <dc:creator>Baidu PPC Pro</dc:creator>
  <cp:lastModifiedBy>HYE</cp:lastModifiedBy>
  <cp:revision>2</cp:revision>
  <dcterms:created xsi:type="dcterms:W3CDTF">2026-06-15T11:35:05Z</dcterms:created>
  <dcterms:modified xsi:type="dcterms:W3CDTF">2026-06-15T11:42:00Z</dcterms:modified>
</cp:coreProperties>
</file>